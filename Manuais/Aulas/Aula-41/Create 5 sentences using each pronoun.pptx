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5/16/2025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411003"/>
            <a:ext cx="9440034" cy="147004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Create 5 sentences using each pronoun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2312127"/>
            <a:ext cx="9440034" cy="35661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3600" dirty="0" smtClean="0">
                <a:effectLst/>
              </a:rPr>
              <a:t>Object Pronoun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3600" dirty="0" smtClean="0">
                <a:effectLst/>
              </a:rPr>
              <a:t>Adjective pronoun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3600" dirty="0" smtClean="0">
                <a:effectLst/>
              </a:rPr>
              <a:t>Possessive pronoun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3600" dirty="0" smtClean="0">
                <a:effectLst/>
              </a:rPr>
              <a:t>Reflexive pronoun</a:t>
            </a:r>
            <a:endParaRPr lang="en-US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43694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Complete the sentence with the correct pronoun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800" b="1" dirty="0" smtClean="0"/>
              <a:t>He goes to church with _______ mother. (</a:t>
            </a:r>
            <a:r>
              <a:rPr lang="en-GB" sz="2800" b="1" dirty="0" err="1" smtClean="0"/>
              <a:t>mae</a:t>
            </a:r>
            <a:r>
              <a:rPr lang="en-GB" sz="2800" b="1" dirty="0" smtClean="0"/>
              <a:t> dele)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1" dirty="0" smtClean="0"/>
              <a:t>I like to stay with _______. (</a:t>
            </a:r>
            <a:r>
              <a:rPr lang="en-GB" sz="2800" b="1" dirty="0" err="1" smtClean="0"/>
              <a:t>minha</a:t>
            </a:r>
            <a:r>
              <a:rPr lang="en-GB" sz="2800" b="1" dirty="0" smtClean="0"/>
              <a:t> </a:t>
            </a:r>
            <a:r>
              <a:rPr lang="en-GB" sz="2800" b="1" dirty="0" err="1" smtClean="0"/>
              <a:t>namorada</a:t>
            </a:r>
            <a:r>
              <a:rPr lang="en-GB" sz="2800" b="1" dirty="0" smtClean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1" dirty="0" smtClean="0"/>
              <a:t>Don’t take it, it is not ______. (</a:t>
            </a:r>
            <a:r>
              <a:rPr lang="en-GB" sz="2800" b="1" dirty="0" err="1" smtClean="0"/>
              <a:t>teu</a:t>
            </a:r>
            <a:r>
              <a:rPr lang="en-GB" sz="2800" b="1" dirty="0" smtClean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1" dirty="0" smtClean="0"/>
              <a:t>He trusts ______ too much. (a </a:t>
            </a:r>
            <a:r>
              <a:rPr lang="en-GB" sz="2800" b="1" dirty="0" err="1" smtClean="0"/>
              <a:t>si</a:t>
            </a:r>
            <a:r>
              <a:rPr lang="en-GB" sz="2800" b="1" dirty="0" smtClean="0"/>
              <a:t> </a:t>
            </a:r>
            <a:r>
              <a:rPr lang="en-GB" sz="2800" b="1" dirty="0" err="1" smtClean="0"/>
              <a:t>mesmo</a:t>
            </a:r>
            <a:r>
              <a:rPr lang="en-GB" sz="2800" b="1" dirty="0" smtClean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endParaRPr lang="en-GB" sz="28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1" dirty="0" err="1" smtClean="0"/>
              <a:t>Estou</a:t>
            </a:r>
            <a:r>
              <a:rPr lang="en-GB" sz="2800" b="1" dirty="0" smtClean="0"/>
              <a:t> </a:t>
            </a:r>
            <a:r>
              <a:rPr lang="en-GB" sz="2800" b="1" dirty="0" err="1" smtClean="0"/>
              <a:t>sempre</a:t>
            </a:r>
            <a:r>
              <a:rPr lang="en-GB" sz="2800" b="1" dirty="0" smtClean="0"/>
              <a:t> com </a:t>
            </a:r>
            <a:r>
              <a:rPr lang="en-GB" sz="2800" b="1" dirty="0" err="1" smtClean="0"/>
              <a:t>elas</a:t>
            </a:r>
            <a:r>
              <a:rPr lang="en-GB" sz="2800" b="1" dirty="0" smtClean="0"/>
              <a:t>.</a:t>
            </a:r>
            <a:endParaRPr lang="en-GB" sz="2800" b="1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GB" sz="2800" b="1" dirty="0" err="1" smtClean="0"/>
              <a:t>Esta</a:t>
            </a:r>
            <a:r>
              <a:rPr lang="en-GB" sz="2800" b="1" dirty="0"/>
              <a:t> </a:t>
            </a:r>
            <a:r>
              <a:rPr lang="en-GB" sz="2800" b="1" dirty="0" smtClean="0"/>
              <a:t>pasta e’ </a:t>
            </a:r>
            <a:r>
              <a:rPr lang="en-GB" sz="2800" b="1" dirty="0" err="1" smtClean="0"/>
              <a:t>dela</a:t>
            </a:r>
            <a:r>
              <a:rPr lang="en-GB" sz="2800" b="1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0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Complete sentence with the correct pronoun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 smtClean="0"/>
              <a:t>My sister is very nice. Everyone loves _______.</a:t>
            </a:r>
          </a:p>
          <a:p>
            <a:r>
              <a:rPr lang="en-GB" sz="2800" dirty="0" smtClean="0"/>
              <a:t>He reads (it / its) every morning. </a:t>
            </a:r>
            <a:endParaRPr lang="en-GB" sz="2800" dirty="0"/>
          </a:p>
          <a:p>
            <a:r>
              <a:rPr lang="en-GB" sz="2800" dirty="0" smtClean="0"/>
              <a:t>She has a cat. _____ cat is black.</a:t>
            </a:r>
          </a:p>
          <a:p>
            <a:r>
              <a:rPr lang="en-GB" sz="2800" dirty="0" smtClean="0"/>
              <a:t>Where is _____ (yours / your) phone?</a:t>
            </a:r>
          </a:p>
          <a:p>
            <a:endParaRPr lang="en-GB" sz="2800" dirty="0"/>
          </a:p>
          <a:p>
            <a:r>
              <a:rPr lang="en-GB" sz="2800" dirty="0" smtClean="0"/>
              <a:t>Ela </a:t>
            </a:r>
            <a:r>
              <a:rPr lang="en-GB" sz="2800" dirty="0" err="1" smtClean="0"/>
              <a:t>gosta</a:t>
            </a:r>
            <a:r>
              <a:rPr lang="en-GB" sz="2800" dirty="0" smtClean="0"/>
              <a:t> de </a:t>
            </a:r>
            <a:r>
              <a:rPr lang="en-GB" sz="2800" dirty="0" smtClean="0"/>
              <a:t>voce.</a:t>
            </a:r>
          </a:p>
          <a:p>
            <a:r>
              <a:rPr lang="en-GB" sz="2800" dirty="0" err="1" smtClean="0"/>
              <a:t>Tu</a:t>
            </a:r>
            <a:r>
              <a:rPr lang="en-GB" sz="2800" dirty="0" smtClean="0"/>
              <a:t> </a:t>
            </a:r>
            <a:r>
              <a:rPr lang="en-GB" sz="2800" dirty="0" err="1" smtClean="0"/>
              <a:t>nos</a:t>
            </a:r>
            <a:r>
              <a:rPr lang="en-GB" sz="2800" dirty="0" smtClean="0"/>
              <a:t> </a:t>
            </a:r>
            <a:r>
              <a:rPr lang="en-GB" sz="2800" dirty="0" err="1" smtClean="0"/>
              <a:t>permites</a:t>
            </a:r>
            <a:r>
              <a:rPr lang="en-GB" sz="2800" dirty="0" smtClean="0"/>
              <a:t>?</a:t>
            </a:r>
            <a:endParaRPr lang="en-GB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0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Complete sentences with the correct pronoun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dirty="0" smtClean="0"/>
              <a:t>This book is interesting. Read _____.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 smtClean="0"/>
              <a:t>We invite (yours / you) to the party.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 smtClean="0"/>
              <a:t>I have a bike. This is _____ bike.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 smtClean="0"/>
              <a:t>Tom has a brother. _____ brother is nice</a:t>
            </a:r>
            <a:r>
              <a:rPr lang="en-GB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 err="1" smtClean="0"/>
              <a:t>Eu</a:t>
            </a:r>
            <a:r>
              <a:rPr lang="en-GB" sz="2800" dirty="0" smtClean="0"/>
              <a:t> </a:t>
            </a:r>
            <a:r>
              <a:rPr lang="en-GB" sz="2800" dirty="0" err="1" smtClean="0"/>
              <a:t>sempre</a:t>
            </a:r>
            <a:r>
              <a:rPr lang="en-GB" sz="2800" dirty="0" smtClean="0"/>
              <a:t> </a:t>
            </a:r>
            <a:r>
              <a:rPr lang="en-GB" sz="2800" dirty="0" err="1" smtClean="0"/>
              <a:t>protejo</a:t>
            </a:r>
            <a:r>
              <a:rPr lang="en-GB" sz="2800" dirty="0" err="1" smtClean="0"/>
              <a:t>-te</a:t>
            </a:r>
            <a:r>
              <a:rPr lang="en-GB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800" dirty="0" err="1" smtClean="0"/>
              <a:t>Eu</a:t>
            </a:r>
            <a:r>
              <a:rPr lang="en-GB" sz="2800" dirty="0" smtClean="0"/>
              <a:t> </a:t>
            </a:r>
            <a:r>
              <a:rPr lang="en-GB" sz="2800" dirty="0" err="1" smtClean="0"/>
              <a:t>criei</a:t>
            </a:r>
            <a:r>
              <a:rPr lang="en-GB" sz="2800" dirty="0" smtClean="0"/>
              <a:t>-o. (</a:t>
            </a:r>
            <a:r>
              <a:rPr lang="en-GB" sz="2800" dirty="0" err="1" smtClean="0"/>
              <a:t>gato</a:t>
            </a:r>
            <a:r>
              <a:rPr lang="en-GB" sz="2800" dirty="0" smtClean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159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Complete sentences with correct pronoun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2800" dirty="0" smtClean="0"/>
              <a:t>I am tired. Can you help _____ please.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 smtClean="0"/>
              <a:t>I know (she / her) from work.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 smtClean="0"/>
              <a:t>She has a dog. _____ name is Alex</a:t>
            </a:r>
            <a:r>
              <a:rPr lang="en-GB" sz="2800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 smtClean="0"/>
              <a:t>Be careful! You can hurt ______.(you/ yourself)</a:t>
            </a:r>
          </a:p>
          <a:p>
            <a:pPr>
              <a:buFont typeface="Wingdings" panose="05000000000000000000" pitchFamily="2" charset="2"/>
              <a:buChar char="v"/>
            </a:pPr>
            <a:endParaRPr lang="en-GB" sz="28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 smtClean="0"/>
              <a:t>A </a:t>
            </a:r>
            <a:r>
              <a:rPr lang="en-GB" sz="2800" dirty="0" err="1" smtClean="0"/>
              <a:t>menina</a:t>
            </a:r>
            <a:r>
              <a:rPr lang="en-GB" sz="2800" dirty="0" smtClean="0"/>
              <a:t> </a:t>
            </a:r>
            <a:r>
              <a:rPr lang="en-GB" sz="2800" dirty="0" err="1" smtClean="0"/>
              <a:t>aceitou</a:t>
            </a:r>
            <a:r>
              <a:rPr lang="en-GB" sz="2800" dirty="0" smtClean="0"/>
              <a:t>-o.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800" dirty="0" smtClean="0"/>
              <a:t>Nao o toque.</a:t>
            </a:r>
            <a:endParaRPr lang="en-GB" sz="2800" dirty="0" smtClean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6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Complete the sentences with correct pronoun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55288"/>
          </a:xfrm>
        </p:spPr>
        <p:txBody>
          <a:bodyPr>
            <a:normAutofit/>
          </a:bodyPr>
          <a:lstStyle/>
          <a:p>
            <a:r>
              <a:rPr lang="en-GB" sz="2800" dirty="0" smtClean="0"/>
              <a:t>Tom and I play soccer. I pass the ball to ______.</a:t>
            </a:r>
          </a:p>
          <a:p>
            <a:r>
              <a:rPr lang="en-GB" sz="2800" dirty="0" smtClean="0"/>
              <a:t>Can you help ______ (we / us), please</a:t>
            </a:r>
            <a:r>
              <a:rPr lang="en-GB" sz="2800" dirty="0" smtClean="0"/>
              <a:t>?</a:t>
            </a:r>
          </a:p>
          <a:p>
            <a:r>
              <a:rPr lang="en-GB" sz="2800" dirty="0"/>
              <a:t>He always cleans his house by _____. (himself/myself</a:t>
            </a:r>
            <a:r>
              <a:rPr lang="en-GB" sz="2800" dirty="0" smtClean="0"/>
              <a:t>)</a:t>
            </a:r>
            <a:endParaRPr lang="en-GB" sz="2800" dirty="0" smtClean="0"/>
          </a:p>
          <a:p>
            <a:r>
              <a:rPr lang="en-GB" sz="2800" dirty="0" smtClean="0"/>
              <a:t>They go to school. _____ (mine / Their) school is near</a:t>
            </a:r>
            <a:r>
              <a:rPr lang="en-GB" sz="2800" dirty="0" smtClean="0"/>
              <a:t>.</a:t>
            </a:r>
          </a:p>
          <a:p>
            <a:endParaRPr lang="en-GB" sz="2800" dirty="0" smtClean="0"/>
          </a:p>
          <a:p>
            <a:r>
              <a:rPr lang="en-GB" sz="2800" dirty="0" err="1" smtClean="0"/>
              <a:t>Eu</a:t>
            </a:r>
            <a:r>
              <a:rPr lang="en-GB" sz="2800" dirty="0" smtClean="0"/>
              <a:t> </a:t>
            </a:r>
            <a:r>
              <a:rPr lang="en-GB" sz="2800" dirty="0" err="1" smtClean="0"/>
              <a:t>uso</a:t>
            </a:r>
            <a:r>
              <a:rPr lang="en-GB" sz="2800" dirty="0" smtClean="0"/>
              <a:t> </a:t>
            </a:r>
            <a:r>
              <a:rPr lang="en-GB" sz="2800" dirty="0" err="1" smtClean="0"/>
              <a:t>isto</a:t>
            </a:r>
            <a:r>
              <a:rPr lang="en-GB" sz="2800" dirty="0" smtClean="0"/>
              <a:t> </a:t>
            </a:r>
            <a:r>
              <a:rPr lang="en-GB" sz="2800" dirty="0" err="1" smtClean="0"/>
              <a:t>sempre</a:t>
            </a:r>
            <a:endParaRPr lang="en-GB" sz="2800" dirty="0" smtClean="0"/>
          </a:p>
          <a:p>
            <a:r>
              <a:rPr lang="en-GB" sz="2800" dirty="0" smtClean="0"/>
              <a:t>Ela o segue no </a:t>
            </a:r>
            <a:r>
              <a:rPr lang="en-GB" sz="2800" dirty="0" err="1" smtClean="0"/>
              <a:t>facebook</a:t>
            </a:r>
            <a:r>
              <a:rPr lang="en-GB" sz="2800" dirty="0" smtClean="0"/>
              <a:t>.</a:t>
            </a:r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val="999197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Complete the sentences with correct pronoun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GB" sz="2800" dirty="0" smtClean="0"/>
              <a:t>She talks to me, but I don’t understand ______.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 smtClean="0"/>
              <a:t>She </a:t>
            </a:r>
            <a:r>
              <a:rPr lang="en-GB" sz="2800" dirty="0" smtClean="0"/>
              <a:t>loves ______ </a:t>
            </a:r>
            <a:r>
              <a:rPr lang="en-GB" sz="2800" dirty="0" smtClean="0"/>
              <a:t>(he / him) a lot</a:t>
            </a:r>
            <a:r>
              <a:rPr lang="en-GB" sz="2800" dirty="0" smtClean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 smtClean="0"/>
              <a:t>Our house is bigger than ______ (themselves / theirs).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 smtClean="0"/>
              <a:t>She is my neighbour, _____ name is Tania.</a:t>
            </a:r>
          </a:p>
          <a:p>
            <a:pPr>
              <a:buFont typeface="Courier New" panose="02070309020205020404" pitchFamily="49" charset="0"/>
              <a:buChar char="o"/>
            </a:pPr>
            <a:endParaRPr lang="en-GB" dirty="0"/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 smtClean="0"/>
              <a:t>Ela </a:t>
            </a:r>
            <a:r>
              <a:rPr lang="en-GB" sz="2800" dirty="0" err="1" smtClean="0"/>
              <a:t>ama</a:t>
            </a:r>
            <a:r>
              <a:rPr lang="en-GB" sz="2800" dirty="0" smtClean="0"/>
              <a:t>-o.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 err="1" smtClean="0"/>
              <a:t>Eu</a:t>
            </a:r>
            <a:r>
              <a:rPr lang="en-GB" sz="2800" dirty="0" smtClean="0"/>
              <a:t> a </a:t>
            </a:r>
            <a:r>
              <a:rPr lang="en-GB" sz="2800" dirty="0" err="1" smtClean="0"/>
              <a:t>ajudo</a:t>
            </a:r>
            <a:r>
              <a:rPr lang="en-GB" sz="2800" dirty="0" smtClean="0"/>
              <a:t> </a:t>
            </a:r>
            <a:r>
              <a:rPr lang="en-GB" sz="2800" dirty="0" err="1" smtClean="0"/>
              <a:t>todos</a:t>
            </a:r>
            <a:r>
              <a:rPr lang="en-GB" sz="2800" dirty="0" smtClean="0"/>
              <a:t> </a:t>
            </a:r>
            <a:r>
              <a:rPr lang="en-GB" sz="2800" dirty="0" err="1" smtClean="0"/>
              <a:t>dias</a:t>
            </a:r>
            <a:r>
              <a:rPr lang="en-GB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4150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Complete sentences with correct pronoun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 smtClean="0"/>
              <a:t>I see John everyday. I like _____.</a:t>
            </a:r>
          </a:p>
          <a:p>
            <a:r>
              <a:rPr lang="en-GB" sz="2800" dirty="0" smtClean="0"/>
              <a:t>He </a:t>
            </a:r>
            <a:r>
              <a:rPr lang="en-GB" sz="2800" dirty="0" smtClean="0"/>
              <a:t>visits ______ </a:t>
            </a:r>
            <a:r>
              <a:rPr lang="en-GB" sz="2800" dirty="0" smtClean="0"/>
              <a:t>(me/ I) every weekend.</a:t>
            </a:r>
          </a:p>
          <a:p>
            <a:r>
              <a:rPr lang="en-GB" sz="2800" dirty="0" smtClean="0"/>
              <a:t>I always </a:t>
            </a:r>
            <a:r>
              <a:rPr lang="en-GB" sz="2800" dirty="0" smtClean="0"/>
              <a:t>see _______ </a:t>
            </a:r>
            <a:r>
              <a:rPr lang="en-GB" sz="2800" dirty="0" smtClean="0"/>
              <a:t>(they / them) at school</a:t>
            </a:r>
            <a:r>
              <a:rPr lang="en-GB" sz="2800" dirty="0" smtClean="0"/>
              <a:t>.</a:t>
            </a:r>
          </a:p>
          <a:p>
            <a:r>
              <a:rPr lang="en-GB" sz="2800" dirty="0" smtClean="0"/>
              <a:t>We greet _____ (ourselves / us) every morning.</a:t>
            </a:r>
          </a:p>
          <a:p>
            <a:endParaRPr lang="en-GB" sz="2800" dirty="0"/>
          </a:p>
          <a:p>
            <a:r>
              <a:rPr lang="en-GB" sz="2800" dirty="0" smtClean="0"/>
              <a:t>Da </a:t>
            </a:r>
            <a:r>
              <a:rPr lang="en-GB" sz="2800" dirty="0" err="1" smtClean="0"/>
              <a:t>lhes</a:t>
            </a:r>
            <a:r>
              <a:rPr lang="en-GB" sz="2800" dirty="0" smtClean="0"/>
              <a:t> </a:t>
            </a:r>
            <a:r>
              <a:rPr lang="en-GB" sz="2800" dirty="0" err="1" smtClean="0"/>
              <a:t>agua</a:t>
            </a:r>
            <a:r>
              <a:rPr lang="en-GB" sz="2800" dirty="0" smtClean="0"/>
              <a:t>!</a:t>
            </a:r>
          </a:p>
          <a:p>
            <a:r>
              <a:rPr lang="en-GB" sz="2800" dirty="0" err="1" smtClean="0"/>
              <a:t>Eu</a:t>
            </a:r>
            <a:r>
              <a:rPr lang="en-GB" sz="2800" dirty="0" smtClean="0"/>
              <a:t> </a:t>
            </a:r>
            <a:r>
              <a:rPr lang="en-GB" sz="2800" dirty="0" err="1" smtClean="0"/>
              <a:t>visito</a:t>
            </a:r>
            <a:r>
              <a:rPr lang="en-GB" sz="2800" dirty="0" smtClean="0"/>
              <a:t>-o </a:t>
            </a:r>
            <a:r>
              <a:rPr lang="en-GB" sz="2800" dirty="0" err="1" smtClean="0"/>
              <a:t>sempre</a:t>
            </a:r>
            <a:r>
              <a:rPr lang="en-GB" sz="2800" dirty="0" smtClean="0"/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6512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Fill in the blanks with correct pronouns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My name is Ana. ____ am a student. I have a brother. _____ name is Mike. He plays football. I go to school with ____ every day. </a:t>
            </a:r>
          </a:p>
          <a:p>
            <a:r>
              <a:rPr lang="en-US" sz="2400" dirty="0"/>
              <a:t>We love our school. The teachers help ____. One teacher is Mr. Jones. ____ teaches math. </a:t>
            </a:r>
          </a:p>
          <a:p>
            <a:r>
              <a:rPr lang="en-US" sz="2400" dirty="0"/>
              <a:t>At home, I do my homework by ____. Mike also does his homework by ____. </a:t>
            </a:r>
          </a:p>
          <a:p>
            <a:r>
              <a:rPr lang="en-US" sz="2400" dirty="0"/>
              <a:t>We have a dog. ____ name is Max. We take care of ___ kit every day. </a:t>
            </a:r>
          </a:p>
          <a:p>
            <a:r>
              <a:rPr lang="en-US" sz="2400" dirty="0"/>
              <a:t>Our parents are nice. ____ always support us.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7365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78</TotalTime>
  <Words>519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Calisto MT</vt:lpstr>
      <vt:lpstr>Courier New</vt:lpstr>
      <vt:lpstr>Trebuchet MS</vt:lpstr>
      <vt:lpstr>Wingdings</vt:lpstr>
      <vt:lpstr>Wingdings 2</vt:lpstr>
      <vt:lpstr>Slate</vt:lpstr>
      <vt:lpstr>Create 5 sentences using each pronoun</vt:lpstr>
      <vt:lpstr>Complete the sentence with the correct pronoun</vt:lpstr>
      <vt:lpstr>Complete sentence with the correct pronoun</vt:lpstr>
      <vt:lpstr>Complete sentences with the correct pronoun</vt:lpstr>
      <vt:lpstr>Complete sentences with correct pronoun</vt:lpstr>
      <vt:lpstr>Complete the sentences with correct pronoun</vt:lpstr>
      <vt:lpstr>Complete the sentences with correct pronoun</vt:lpstr>
      <vt:lpstr>Complete sentences with correct pronoun</vt:lpstr>
      <vt:lpstr>Fill in the blanks with correct pronouns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5 sentences using each pronoun</dc:title>
  <dc:creator>user</dc:creator>
  <cp:lastModifiedBy>user</cp:lastModifiedBy>
  <cp:revision>10</cp:revision>
  <dcterms:created xsi:type="dcterms:W3CDTF">2025-05-15T18:33:02Z</dcterms:created>
  <dcterms:modified xsi:type="dcterms:W3CDTF">2025-05-16T16:08:32Z</dcterms:modified>
</cp:coreProperties>
</file>